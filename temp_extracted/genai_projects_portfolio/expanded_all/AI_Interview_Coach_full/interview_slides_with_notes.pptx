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user story and problem statement. Keep it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interviewer through data flow end-to-end; emphasize bottlenecks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2–3 design decisions and justify them with data or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can measure success; mention real thresholds or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Interview Coach full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Interview-ready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Components:</a:t>
            </a:r>
          </a:p>
          <a:p>
            <a:pPr lvl="1"/>
            <a:r>
              <a:t>- UI/API</a:t>
            </a:r>
          </a:p>
          <a:p>
            <a:pPr lvl="1"/>
            <a:r>
              <a:t>- LLM/Model</a:t>
            </a:r>
          </a:p>
          <a:p>
            <a:pPr lvl="1"/>
            <a:r>
              <a:t>- Vector DB (if any)</a:t>
            </a:r>
          </a:p>
          <a:p>
            <a:pPr lvl="1"/>
            <a:r>
              <a:t>- Storage/Cache</a:t>
            </a:r>
          </a:p>
          <a:p>
            <a:pPr lvl="1"/>
            <a:r>
              <a:t>- Observability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Highlights:</a:t>
            </a:r>
          </a:p>
          <a:p>
            <a:pPr lvl="1"/>
            <a:r>
              <a:t>- Prompt patterns / schema</a:t>
            </a:r>
          </a:p>
          <a:p>
            <a:pPr lvl="1"/>
            <a:r>
              <a:t>- Chunk size &amp; retrieval strategy</a:t>
            </a:r>
          </a:p>
          <a:p>
            <a:pPr lvl="1"/>
            <a:r>
              <a:t>- Latency vs. cost</a:t>
            </a:r>
          </a:p>
          <a:p>
            <a:pPr lvl="1"/>
            <a:r>
              <a:t>- Privacy &amp;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&amp; Ops:</a:t>
            </a:r>
          </a:p>
          <a:p>
            <a:pPr lvl="1"/>
            <a:r>
              <a:t>- Quality metrics (ROUGE/NDCG/Accuracy)</a:t>
            </a:r>
          </a:p>
          <a:p>
            <a:pPr lvl="1"/>
            <a:r>
              <a:t>- Latency SLOs</a:t>
            </a:r>
          </a:p>
          <a:p>
            <a:pPr lvl="1"/>
            <a:r>
              <a:t>- A/B tests</a:t>
            </a:r>
          </a:p>
          <a:p>
            <a:pPr lvl="1"/>
            <a:r>
              <a:t>- Monitoring &amp; alerts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